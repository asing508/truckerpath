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074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5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TRUCKER PATH PM TAKE-HOME · WORKING PROTOTYPE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Copilot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0896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AI-native operations assistant for 5-50 truck fleets - it watches every load, investigates its own alarms, and hands the dispatcher decisions instead of dashboards.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problem areas  ·  real LLM tool-calling on live telemetry  ·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14-truck dispatcher runs on phone calls, spreadsheets, and adrenaline.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295144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8:05 AM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679192"/>
            <a:ext cx="49469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loads to cover. Who's closest? Who has hours left? Six phone calls to find out - and the answer changes while you dial.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214884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4808" y="2295144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11:40 AM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64808" y="2679192"/>
            <a:ext cx="49469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load goes dark in Arkansas. You find out at 4 PM - when the customer calls you.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4306824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3:15 PM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4690872"/>
            <a:ext cx="49469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asks 'why is cost per mile up 9%?' The answer lives in fuel receipts, ELD logs, and a QuickBooks export that don't talk.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63640" y="416052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64808" y="4306824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6:30 PM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64808" y="4690872"/>
            <a:ext cx="49469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Chasing drivers for PODs and receipts. Invoices go out 4-5 days late, detention goes unbilled, nobody notices until quarter end.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software has been a system of record.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unlock is a system of agency.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606040"/>
            <a:ext cx="5349240" cy="3291840"/>
          </a:xfrm>
          <a:prstGeom prst="roundRect">
            <a:avLst>
              <a:gd name="adj" fmla="val 1667"/>
            </a:avLst>
          </a:prstGeom>
          <a:solidFill>
            <a:srgbClr val="F4F6F8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7889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OF RECORD - STATUS QUO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a dot moving on a map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an alert, then waits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does the investigation, the math, the phone calls, the email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ceiling: visibility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2606040"/>
            <a:ext cx="5349240" cy="3291840"/>
          </a:xfrm>
          <a:prstGeom prst="roundRect">
            <a:avLst>
              <a:gd name="adj" fmla="val 1667"/>
            </a:avLst>
          </a:prstGeom>
          <a:solidFill>
            <a:srgbClr val="EAF3FD"/>
          </a:solidFill>
          <a:ln w="19050">
            <a:solidFill>
              <a:srgbClr val="2489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27889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OF AGENCY - FLEET COPILOT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92240" y="3200400"/>
            <a:ext cx="4846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the exception with deterministic watchdogs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investigates via tool calls: HOS, lane history, nearby trucks, customer SLA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 one concrete action with a drafted SMS / email and dollar impact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edits inline and approves - every action stays human-gated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PROTOTYPE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surfaces. Five pain points.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24942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- Proactive Alerts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633472"/>
            <a:ext cx="31638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map + watchdog: dark loads, route deviation, ETA slip, dock detention, HOS risk. HIGH/CRITICAL exceptions auto-dispatch the triage agent; its proposal lands in the Action Queue.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89120" y="210312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0288" y="224942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- Smart Dispatch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90288" y="2633472"/>
            <a:ext cx="31638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candidate scoring (deadhead, HOS slack, lane familiarity, on-time, safety) + agent recommendation memo + editable driver SMS.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38160" y="210312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24942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- Cost Intelligence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339328" y="2633472"/>
            <a:ext cx="31638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CPM decomposition over 85k historical trips, margin-per-mile trend, and 'Ask your fleet': English → guarded SQL → answer + chart.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39826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- Compliance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4782312"/>
            <a:ext cx="31638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FMCSA HOS ledger (11h/14h/70h-8d, 30-min break), fatigue features, PM/inspection tracking, agent-written coaching briefs.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0" y="425196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0288" y="439826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- Document Automation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90288" y="4782312"/>
            <a:ext cx="31638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Vision reads rate cons, BOLs, PODs, receipts → deterministic reconciler diffs them against the system of record and GPS dwell → invoice drafted, human approves.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8160" y="425196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EAF3FD"/>
          </a:solidFill>
          <a:ln w="12700">
            <a:solidFill>
              <a:srgbClr val="2489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39328" y="439826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Everywhere - Trust primitives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39328" y="4782312"/>
            <a:ext cx="31638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Trace console shows every tool call live. Every draft is inline-editable. Every execution requires a click. Nothing is scripted.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AI IS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reasons. The code computes. The dispatcher decides.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6616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24942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tool-calling loops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633472"/>
            <a:ext cx="31638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3.5 Flash with 10 read-only fleet tools (get_trip_state, get_candidate_drivers, find_nearby_drivers…). Every step is persisted and streamed to the trace console over SSE.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89120" y="2103120"/>
            <a:ext cx="356616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0288" y="224942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by construction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90288" y="2633472"/>
            <a:ext cx="31638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NL→SQL runs on a read-only SQLite connection with an authorizer: SELECT-only, denylisted tables, row caps, VM-step budget. Money math is never delegated to the model - the reconciler and HOS ledger are code.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38160" y="2103120"/>
            <a:ext cx="356616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24942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in the loop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339328" y="2633472"/>
            <a:ext cx="31638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end at a PendingAction: title, rationale, dollar impact, editable drafts. Approve executes; dismiss archives. The model never sends anything itself.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663440"/>
            <a:ext cx="10881360" cy="1463040"/>
          </a:xfrm>
          <a:prstGeom prst="roundRect">
            <a:avLst>
              <a:gd name="adj" fmla="val 3750"/>
            </a:avLst>
          </a:prstGeom>
          <a:solidFill>
            <a:srgbClr val="10151D"/>
          </a:solidFill>
          <a:ln w="12700">
            <a:solidFill>
              <a:srgbClr val="10151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8463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F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 #14 DETENTION → agent: get_exception → get_trip_state → get_detention_math → get_customer_profile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F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proposal: notify customer AP — $142.50 detention documented via POD 19:05→22:59, GPS dwell corroborates   [Edit] [Approve &amp; execute]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FOUNDATION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operations data. Honestly simulated telemetry.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295144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warehouse - real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679192"/>
            <a:ext cx="49469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3-year Class 8 carrier dataset: 85,410 loads/trips, 196k fuel purchases, 170k delivery events with detention minutes, maintenance + incident history. Powers every analytic and every scorer feature.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21488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4808" y="2295144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plane - simulated forward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64808" y="2679192"/>
            <a:ext cx="49469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has no GPS pings or HOS, so the sim supplies them: positions replayed along real OSRM road geometry, duty ledgers ticked by a deterministic engine (seeded, resettable).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4352544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Faults injected, detection earned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4736592"/>
            <a:ext cx="49469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incidents (GPS blackout, slowdown, off-route drift, dock dwell) are scripted into telemetry. The watchdog must detect them from the data — alerts are never hardcoded.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63640" y="42062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64808" y="4352544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 is never mocked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64808" y="4736592"/>
            <a:ext cx="49469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recommendation, triage, brief, extraction, and answer is a live Gemini call — visible, step by step, in the trace console.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TRADED OFF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scope.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34924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295144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auth, no multi-tenant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679192"/>
            <a:ext cx="49469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fleet, one dispatcher persona. The interesting risk was the agentic loop, not login forms.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2148840"/>
            <a:ext cx="534924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4808" y="2295144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world, not integrations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64808" y="2679192"/>
            <a:ext cx="49469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Samsara/Motive/TP ELD integration is a connector problem with known shape. The time went into what the system does after the data arrives.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534924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4215384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Reroute/relay stop at the proposal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4599432"/>
            <a:ext cx="49469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Approving a reroute logs and notifies but doesn't re-optimize the whole board — honest about where the prototype ends.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63640" y="4069080"/>
            <a:ext cx="534924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64808" y="4215384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Free-tier LLM quotas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64808" y="4599432"/>
            <a:ext cx="49469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around, not hidden: model cascade across quota buckets, paced calls, serialized auto-triage. A paid key simply makes it faster.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I'D MEASURE SUCCESS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activation metric, three P&amp;L metrics, two trust metrics.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EAF3FD"/>
          </a:solidFill>
          <a:ln w="19050">
            <a:solidFill>
              <a:srgbClr val="2489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2402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Activation: time-to-first-approved-action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is working the first time a dispatcher approves an agent proposal. Target: under 15 minutes from install.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35661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366674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Deadhead % of miles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4050792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assignments → fewer empty miles. Baseline from fleet history; target −15% in 90 days.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3520440"/>
            <a:ext cx="35661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366674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Days-to-invoice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90288" y="4050792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Audit-to-invoice in minutes, not days. Target: 4.6 → &lt;1.0 average; detention recovery per 100 loads as the kicker.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3520440"/>
            <a:ext cx="35661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9328" y="366674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Exceptions caught first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39328" y="4050792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late/dark loads the system flagged before the customer called. The 'never go dark again' promise, quantified.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257800"/>
            <a:ext cx="53492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5404104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5788152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/ proposed. Below ~60% the agent is noisy; above ~95% it's too timid to be useful.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5257800"/>
            <a:ext cx="53492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64808" y="5404104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Edit-before-approve rate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64808" y="5788152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dispatchers fix drafts. A falling edit rate is growing trust — the leading indicator for expanding autonomy.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Trucker Path already owns the funnel.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661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24942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633472"/>
            <a:ext cx="31638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5-50 truck for hire fleets - ~50k US carriers. One dispatcher wearing four hats; no TMS, or a TMS they hate. Willingness to pay tracks saved hours and recovered detention, both measurable in-product.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89120" y="2103120"/>
            <a:ext cx="35661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0288" y="224942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Wedge &amp; pricing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90288" y="2633472"/>
            <a:ext cx="31638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with Billing Audit (fast, provable ROI: found money on real paperwork) at $30–40/truck/mo. Expand to full Copilot at $75–90/truck/mo once trust metrics clear. A 30-truck fleet ≈ $32k ACV.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38160" y="2103120"/>
            <a:ext cx="35661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24942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339328" y="2633472"/>
            <a:ext cx="31638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1M+ drivers already run Trucker Path in the cab: driver-side doc scans seed the fleet product. Upsell path from the ELD/Command install base — CAC near zero versus cold outbound.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52120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Sequencing: billing wedge → dispatch + alerts once telemetry is native → cost &amp; safety complete the retention moat.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5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THIS SHIPS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1430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3 moves, in order.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286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Real telemetry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023360" y="2304288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sim for TP ELD / Command streams - the watchdog and agents don't change, only the ingest does. That's the point of the two-plane design.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Autonomy ladder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023360" y="3447288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Per-action-type trust levels: propose → auto-execute-with-undo → autonomous within budget. Gated by each fleet's own approval and edit history.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4572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89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Multi-load optimization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023360" y="4590288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one-load recommendations to board-level assignment - deadhead-aware matching across tomorrow's loads. The ripple-effect problem.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- the prototype is live.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1388</Words>
  <Application>Microsoft Office PowerPoint</Application>
  <PresentationFormat>Widescreen</PresentationFormat>
  <Paragraphs>113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 Copilot - Trucker Path PM Take-Home</dc:title>
  <dc:subject>PptxGenJS Presentation</dc:subject>
  <dc:creator>Fleet Copilot</dc:creator>
  <cp:lastModifiedBy>Aditya Singh (Student)</cp:lastModifiedBy>
  <cp:revision>2</cp:revision>
  <dcterms:created xsi:type="dcterms:W3CDTF">2026-07-14T16:41:44Z</dcterms:created>
  <dcterms:modified xsi:type="dcterms:W3CDTF">2026-07-14T22:58:26Z</dcterms:modified>
</cp:coreProperties>
</file>